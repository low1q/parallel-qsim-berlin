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0" r:id="rId9"/>
    <p:sldId id="269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896B0BBA-20B6-453E-BA5C-4A5D3E1FAD83}">
          <p14:sldIdLst>
            <p14:sldId id="256"/>
            <p14:sldId id="257"/>
            <p14:sldId id="258"/>
            <p14:sldId id="259"/>
            <p14:sldId id="261"/>
            <p14:sldId id="263"/>
            <p14:sldId id="262"/>
            <p14:sldId id="260"/>
            <p14:sldId id="269"/>
            <p14:sldId id="264"/>
            <p14:sldId id="265"/>
            <p14:sldId id="266"/>
            <p14:sldId id="267"/>
            <p14:sldId id="268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33" autoAdjust="0"/>
  </p:normalViewPr>
  <p:slideViewPr>
    <p:cSldViewPr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106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3179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429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7335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192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293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19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1715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408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8106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A8A37-C607-41AD-B6AA-01A569804DB0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CCC91-D5D3-4165-BBE2-5C4CE3116B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456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Zwischenpräsentation Bachelorarbeit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Evaluierung einer serviceorientierten Real-Time-Routing-Architektur</a:t>
            </a:r>
          </a:p>
          <a:p>
            <a:r>
              <a:rPr lang="de-DE" dirty="0"/>
              <a:t>für die parallelisierte Verkehrssimulation </a:t>
            </a:r>
            <a:r>
              <a:rPr lang="de-DE" dirty="0" err="1" smtClean="0"/>
              <a:t>MATSim</a:t>
            </a:r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186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dirty="0" smtClean="0"/>
              <a:t>Gliederung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1. Thema und Idee</a:t>
            </a:r>
          </a:p>
          <a:p>
            <a:r>
              <a:rPr lang="de-DE" dirty="0" smtClean="0"/>
              <a:t>2. Forschungsfrage</a:t>
            </a:r>
          </a:p>
          <a:p>
            <a:r>
              <a:rPr lang="de-DE" dirty="0" smtClean="0"/>
              <a:t>3. Abgrenzung</a:t>
            </a:r>
          </a:p>
          <a:p>
            <a:r>
              <a:rPr lang="de-DE" dirty="0"/>
              <a:t>4</a:t>
            </a:r>
            <a:r>
              <a:rPr lang="de-DE" dirty="0" smtClean="0"/>
              <a:t>. Aktuelle Architektur/Setup</a:t>
            </a:r>
          </a:p>
          <a:p>
            <a:r>
              <a:rPr lang="de-DE" dirty="0"/>
              <a:t>5</a:t>
            </a:r>
            <a:r>
              <a:rPr lang="de-DE" dirty="0" smtClean="0"/>
              <a:t>. Codeausschnitte</a:t>
            </a:r>
          </a:p>
          <a:p>
            <a:r>
              <a:rPr lang="de-DE" dirty="0" smtClean="0"/>
              <a:t>6. Erste Ergebnisse</a:t>
            </a:r>
          </a:p>
          <a:p>
            <a:r>
              <a:rPr lang="de-DE" dirty="0" smtClean="0"/>
              <a:t>7. Weiteres Vorgehen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822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1. Thema und Idee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Parallel-Rust-</a:t>
            </a:r>
            <a:r>
              <a:rPr lang="de-DE" dirty="0" err="1" smtClean="0"/>
              <a:t>Qsim</a:t>
            </a:r>
            <a:r>
              <a:rPr lang="de-DE" dirty="0" smtClean="0"/>
              <a:t> leidet an Blockierung durch internes Routing -&gt; Skalierung flacht ab</a:t>
            </a:r>
          </a:p>
          <a:p>
            <a:r>
              <a:rPr lang="de-DE" dirty="0" smtClean="0"/>
              <a:t>Idee: Auslagerung des Routings als </a:t>
            </a:r>
            <a:r>
              <a:rPr lang="de-DE" dirty="0" err="1" smtClean="0"/>
              <a:t>Microservice</a:t>
            </a:r>
            <a:r>
              <a:rPr lang="de-DE" dirty="0" smtClean="0"/>
              <a:t> und </a:t>
            </a:r>
            <a:r>
              <a:rPr lang="de-DE" dirty="0" err="1" smtClean="0"/>
              <a:t>Routingrequest</a:t>
            </a:r>
            <a:r>
              <a:rPr lang="de-DE" dirty="0" smtClean="0"/>
              <a:t> mit Vorlauf</a:t>
            </a:r>
          </a:p>
          <a:p>
            <a:r>
              <a:rPr lang="de-DE" dirty="0" smtClean="0"/>
              <a:t>Router in Java-</a:t>
            </a:r>
            <a:r>
              <a:rPr lang="de-DE" dirty="0" err="1" smtClean="0"/>
              <a:t>MATSim</a:t>
            </a:r>
            <a:r>
              <a:rPr lang="de-DE" dirty="0" smtClean="0"/>
              <a:t> kapseln und als </a:t>
            </a:r>
            <a:r>
              <a:rPr lang="de-DE" dirty="0" err="1" smtClean="0"/>
              <a:t>gRPC</a:t>
            </a:r>
            <a:r>
              <a:rPr lang="de-DE" dirty="0" smtClean="0"/>
              <a:t>-Service bereitstellen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3972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2. Forschungsfrage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Zentrale </a:t>
            </a:r>
            <a:r>
              <a:rPr lang="de-DE" dirty="0"/>
              <a:t>Forschungsfrage</a:t>
            </a:r>
            <a:r>
              <a:rPr lang="de-DE" dirty="0" smtClean="0"/>
              <a:t>:</a:t>
            </a:r>
          </a:p>
          <a:p>
            <a:pPr marL="0" indent="0">
              <a:buNone/>
            </a:pPr>
            <a:r>
              <a:rPr lang="de-DE" dirty="0" smtClean="0"/>
              <a:t>Wie wirken sich unterschiedliche Parameter und </a:t>
            </a:r>
            <a:r>
              <a:rPr lang="de-DE" dirty="0" err="1" smtClean="0"/>
              <a:t>gRPC</a:t>
            </a:r>
            <a:r>
              <a:rPr lang="de-DE" dirty="0" smtClean="0"/>
              <a:t>-Kommunikation auf die Zeit aus, die ein Durchlauf der Parallel-Rust-</a:t>
            </a:r>
            <a:r>
              <a:rPr lang="de-DE" dirty="0" err="1" smtClean="0"/>
              <a:t>Qsim</a:t>
            </a:r>
            <a:r>
              <a:rPr lang="de-DE" dirty="0" smtClean="0"/>
              <a:t> mit Routing-</a:t>
            </a:r>
            <a:r>
              <a:rPr lang="de-DE" dirty="0" err="1" smtClean="0"/>
              <a:t>Microservice</a:t>
            </a:r>
            <a:r>
              <a:rPr lang="de-DE" dirty="0" smtClean="0"/>
              <a:t> benötigt?</a:t>
            </a:r>
          </a:p>
          <a:p>
            <a:pPr marL="0" indent="0">
              <a:buNone/>
            </a:pPr>
            <a:endParaRPr lang="de-DE" dirty="0" smtClean="0"/>
          </a:p>
          <a:p>
            <a:pPr marL="0" indent="0">
              <a:buNone/>
            </a:pPr>
            <a:r>
              <a:rPr lang="de-DE" dirty="0" smtClean="0"/>
              <a:t>-&gt; Untersuchte Größe: Zeit</a:t>
            </a:r>
          </a:p>
          <a:p>
            <a:pPr marL="0" indent="0">
              <a:buNone/>
            </a:pPr>
            <a:r>
              <a:rPr lang="de-DE" dirty="0" smtClean="0"/>
              <a:t>-&gt; Allgemein: Overhead durch </a:t>
            </a:r>
            <a:r>
              <a:rPr lang="de-DE" dirty="0" err="1" smtClean="0"/>
              <a:t>Microservice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1732413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2. Forschungsfrage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Teilfrage: Kommunikation</a:t>
            </a:r>
            <a:endParaRPr lang="de-DE" sz="2800" dirty="0" smtClean="0"/>
          </a:p>
          <a:p>
            <a:r>
              <a:rPr lang="de-DE" dirty="0" smtClean="0"/>
              <a:t>Art der Kommunikation (</a:t>
            </a:r>
            <a:r>
              <a:rPr lang="de-DE" dirty="0" err="1" smtClean="0"/>
              <a:t>Unary</a:t>
            </a:r>
            <a:r>
              <a:rPr lang="de-DE" dirty="0" smtClean="0"/>
              <a:t>, Streaming)</a:t>
            </a:r>
          </a:p>
          <a:p>
            <a:r>
              <a:rPr lang="de-DE" dirty="0" err="1"/>
              <a:t>Batching</a:t>
            </a:r>
            <a:endParaRPr lang="de-DE" dirty="0"/>
          </a:p>
          <a:p>
            <a:r>
              <a:rPr lang="de-DE" dirty="0"/>
              <a:t>Übertragung von </a:t>
            </a:r>
            <a:r>
              <a:rPr lang="de-DE" dirty="0" err="1"/>
              <a:t>Ids</a:t>
            </a:r>
            <a:r>
              <a:rPr lang="de-DE" dirty="0"/>
              <a:t> als String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Int</a:t>
            </a:r>
            <a:endParaRPr lang="de-DE" dirty="0"/>
          </a:p>
          <a:p>
            <a:r>
              <a:rPr lang="de-DE" dirty="0" smtClean="0"/>
              <a:t>Ggf. Behandlung von verlorenen Events und Routinganfragen</a:t>
            </a:r>
          </a:p>
          <a:p>
            <a:r>
              <a:rPr lang="de-DE" dirty="0" smtClean="0"/>
              <a:t>Ablauf der Übertragung</a:t>
            </a:r>
          </a:p>
        </p:txBody>
      </p:sp>
    </p:spTree>
    <p:extLst>
      <p:ext uri="{BB962C8B-B14F-4D97-AF65-F5344CB8AC3E}">
        <p14:creationId xmlns:p14="http://schemas.microsoft.com/office/powerpoint/2010/main" val="398908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2. Forschungsfrage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Teilfrage: Architektur</a:t>
            </a:r>
          </a:p>
          <a:p>
            <a:pPr marL="0" indent="0">
              <a:buNone/>
            </a:pPr>
            <a:endParaRPr lang="de-DE" dirty="0" smtClean="0"/>
          </a:p>
          <a:p>
            <a:r>
              <a:rPr lang="de-DE" dirty="0" smtClean="0"/>
              <a:t>Datenstrukturen</a:t>
            </a:r>
          </a:p>
          <a:p>
            <a:r>
              <a:rPr lang="de-DE" dirty="0" smtClean="0"/>
              <a:t>Caching/</a:t>
            </a:r>
            <a:r>
              <a:rPr lang="de-DE" dirty="0" err="1" smtClean="0"/>
              <a:t>Preprocessing</a:t>
            </a:r>
            <a:endParaRPr lang="de-DE" dirty="0" smtClean="0"/>
          </a:p>
          <a:p>
            <a:r>
              <a:rPr lang="de-DE" dirty="0" smtClean="0"/>
              <a:t>Routing Service isoliert</a:t>
            </a:r>
          </a:p>
          <a:p>
            <a:r>
              <a:rPr lang="de-DE" dirty="0" err="1" smtClean="0"/>
              <a:t>Updating</a:t>
            </a:r>
            <a:r>
              <a:rPr lang="de-DE" dirty="0" smtClean="0"/>
              <a:t> Service isoliert</a:t>
            </a:r>
          </a:p>
          <a:p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407395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2. Forschungsfrage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Teilfrage: Einfluss von Parametern</a:t>
            </a:r>
          </a:p>
          <a:p>
            <a:r>
              <a:rPr lang="de-DE" dirty="0" err="1" smtClean="0"/>
              <a:t>Batching</a:t>
            </a:r>
            <a:endParaRPr lang="de-DE" dirty="0" smtClean="0"/>
          </a:p>
          <a:p>
            <a:pPr lvl="1"/>
            <a:r>
              <a:rPr lang="de-DE" dirty="0" smtClean="0"/>
              <a:t>Batchgröße</a:t>
            </a:r>
            <a:endParaRPr lang="de-DE" dirty="0"/>
          </a:p>
          <a:p>
            <a:pPr lvl="1"/>
            <a:r>
              <a:rPr lang="de-DE" dirty="0" smtClean="0"/>
              <a:t>Frequenz der Übertragung</a:t>
            </a:r>
          </a:p>
          <a:p>
            <a:r>
              <a:rPr lang="de-DE" dirty="0" err="1" smtClean="0"/>
              <a:t>Planning</a:t>
            </a:r>
            <a:r>
              <a:rPr lang="de-DE" dirty="0" smtClean="0"/>
              <a:t> </a:t>
            </a:r>
            <a:r>
              <a:rPr lang="de-DE" dirty="0" err="1" smtClean="0"/>
              <a:t>Horizon</a:t>
            </a:r>
            <a:endParaRPr lang="de-DE" dirty="0" smtClean="0"/>
          </a:p>
          <a:p>
            <a:r>
              <a:rPr lang="de-DE" dirty="0" smtClean="0"/>
              <a:t>Multithreading</a:t>
            </a:r>
          </a:p>
          <a:p>
            <a:pPr lvl="1"/>
            <a:r>
              <a:rPr lang="de-DE" dirty="0" smtClean="0"/>
              <a:t>Anzahl der Threads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4572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3. Abgrenzung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Beschränkung auf:</a:t>
            </a:r>
          </a:p>
          <a:p>
            <a:pPr lvl="1"/>
            <a:r>
              <a:rPr lang="de-DE" dirty="0" smtClean="0"/>
              <a:t>Zeit/Geschwindigkeit</a:t>
            </a:r>
          </a:p>
          <a:p>
            <a:pPr lvl="1"/>
            <a:r>
              <a:rPr lang="de-DE" dirty="0" smtClean="0"/>
              <a:t>Routingmode </a:t>
            </a:r>
            <a:r>
              <a:rPr lang="de-DE" dirty="0" err="1" smtClean="0"/>
              <a:t>car</a:t>
            </a:r>
            <a:endParaRPr lang="de-DE" dirty="0" smtClean="0"/>
          </a:p>
          <a:p>
            <a:pPr lvl="1"/>
            <a:r>
              <a:rPr lang="de-DE" dirty="0" smtClean="0"/>
              <a:t>Schnittstelle zwischen </a:t>
            </a:r>
            <a:r>
              <a:rPr lang="de-DE" dirty="0" err="1" smtClean="0"/>
              <a:t>Parallel_Qsim_Rust</a:t>
            </a:r>
            <a:r>
              <a:rPr lang="de-DE" dirty="0" smtClean="0"/>
              <a:t> und </a:t>
            </a:r>
            <a:r>
              <a:rPr lang="de-DE" dirty="0" err="1" smtClean="0"/>
              <a:t>Parallel_MATSimRouting_Java</a:t>
            </a:r>
            <a:endParaRPr lang="de-DE" dirty="0" smtClean="0"/>
          </a:p>
          <a:p>
            <a:pPr lvl="1"/>
            <a:r>
              <a:rPr lang="de-DE" dirty="0" smtClean="0"/>
              <a:t>1 Prozent Berlin Szenario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4962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3. Abgrenzung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Referenzen:</a:t>
            </a:r>
          </a:p>
          <a:p>
            <a:r>
              <a:rPr lang="de-DE" dirty="0" smtClean="0"/>
              <a:t>Java </a:t>
            </a:r>
            <a:r>
              <a:rPr lang="de-DE" dirty="0" err="1" smtClean="0"/>
              <a:t>MATSim</a:t>
            </a:r>
            <a:r>
              <a:rPr lang="de-DE" dirty="0" smtClean="0"/>
              <a:t> 1pct Berlin Szenario</a:t>
            </a:r>
          </a:p>
          <a:p>
            <a:r>
              <a:rPr lang="de-DE" dirty="0" smtClean="0"/>
              <a:t>Rust-</a:t>
            </a:r>
            <a:r>
              <a:rPr lang="de-DE" dirty="0" err="1" smtClean="0"/>
              <a:t>Qsim</a:t>
            </a:r>
            <a:r>
              <a:rPr lang="de-DE" dirty="0" smtClean="0"/>
              <a:t> </a:t>
            </a:r>
            <a:r>
              <a:rPr lang="de-DE" dirty="0"/>
              <a:t>1pct Berlin </a:t>
            </a:r>
            <a:r>
              <a:rPr lang="de-DE" dirty="0" smtClean="0"/>
              <a:t>Szenario </a:t>
            </a:r>
            <a:r>
              <a:rPr lang="de-DE" dirty="0" err="1" smtClean="0"/>
              <a:t>run</a:t>
            </a:r>
            <a:r>
              <a:rPr lang="de-DE" dirty="0" smtClean="0"/>
              <a:t> mit gleicher Threadanzahl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9848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3. Abgrenzung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Optional:</a:t>
            </a:r>
          </a:p>
          <a:p>
            <a:pPr lvl="1"/>
            <a:r>
              <a:rPr lang="de-DE" dirty="0" smtClean="0"/>
              <a:t>Speicher</a:t>
            </a:r>
          </a:p>
          <a:p>
            <a:pPr lvl="1"/>
            <a:r>
              <a:rPr lang="de-DE" dirty="0" smtClean="0"/>
              <a:t>Flaschenhals durch </a:t>
            </a:r>
            <a:r>
              <a:rPr lang="de-DE" dirty="0" err="1" smtClean="0"/>
              <a:t>MATSim</a:t>
            </a:r>
            <a:r>
              <a:rPr lang="de-DE" dirty="0" smtClean="0"/>
              <a:t> (z. B. Router</a:t>
            </a:r>
            <a:r>
              <a:rPr lang="de-DE" dirty="0" smtClean="0"/>
              <a:t>)</a:t>
            </a:r>
          </a:p>
          <a:p>
            <a:pPr lvl="1"/>
            <a:r>
              <a:rPr lang="de-DE" dirty="0" smtClean="0"/>
              <a:t>10pct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206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4. </a:t>
            </a:r>
            <a:r>
              <a:rPr lang="de-DE" dirty="0"/>
              <a:t>Aktuelle </a:t>
            </a:r>
            <a:r>
              <a:rPr lang="de-DE" dirty="0" smtClean="0"/>
              <a:t>Architektur/Setup 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Rust-</a:t>
            </a:r>
            <a:r>
              <a:rPr lang="de-DE" dirty="0" err="1" smtClean="0"/>
              <a:t>QSim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Nutzt </a:t>
            </a:r>
            <a:r>
              <a:rPr lang="de-DE" dirty="0" err="1" smtClean="0"/>
              <a:t>replanning</a:t>
            </a:r>
            <a:r>
              <a:rPr lang="de-DE" dirty="0" smtClean="0"/>
              <a:t> </a:t>
            </a:r>
            <a:r>
              <a:rPr lang="de-DE" dirty="0" err="1" smtClean="0"/>
              <a:t>horizon</a:t>
            </a:r>
            <a:endParaRPr lang="de-DE" dirty="0" smtClean="0"/>
          </a:p>
          <a:p>
            <a:r>
              <a:rPr lang="de-DE" dirty="0" smtClean="0"/>
              <a:t>Agent wacht auf -&gt; sendet </a:t>
            </a:r>
            <a:r>
              <a:rPr lang="de-DE" dirty="0" err="1" smtClean="0"/>
              <a:t>Routingrequest</a:t>
            </a:r>
            <a:r>
              <a:rPr lang="de-DE" dirty="0" smtClean="0"/>
              <a:t> an Java-</a:t>
            </a:r>
            <a:r>
              <a:rPr lang="de-DE" dirty="0" err="1" smtClean="0"/>
              <a:t>MATSim</a:t>
            </a:r>
            <a:r>
              <a:rPr lang="de-DE" dirty="0"/>
              <a:t> </a:t>
            </a:r>
            <a:r>
              <a:rPr lang="de-DE" dirty="0" smtClean="0"/>
              <a:t>-&gt; schläft</a:t>
            </a:r>
          </a:p>
          <a:p>
            <a:r>
              <a:rPr lang="de-DE" dirty="0" smtClean="0"/>
              <a:t>Agent wacht auf und nutzt oder wartet auf aktuelle Route</a:t>
            </a:r>
          </a:p>
          <a:p>
            <a:r>
              <a:rPr lang="de-DE" dirty="0" smtClean="0"/>
              <a:t>Warten blockiert Simulation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smtClean="0"/>
              <a:t>Java </a:t>
            </a:r>
            <a:r>
              <a:rPr lang="de-DE" dirty="0" err="1" smtClean="0"/>
              <a:t>MATSim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 smtClean="0"/>
              <a:t>Empfängt Routinganfrage und Events von Rust-</a:t>
            </a:r>
            <a:r>
              <a:rPr lang="de-DE" dirty="0" err="1" smtClean="0"/>
              <a:t>Qsim</a:t>
            </a:r>
            <a:endParaRPr lang="de-DE" dirty="0" smtClean="0"/>
          </a:p>
          <a:p>
            <a:r>
              <a:rPr lang="de-DE" dirty="0" smtClean="0"/>
              <a:t>Single-</a:t>
            </a:r>
            <a:r>
              <a:rPr lang="de-DE" dirty="0" err="1" smtClean="0"/>
              <a:t>Threaded</a:t>
            </a:r>
            <a:r>
              <a:rPr lang="de-DE" dirty="0"/>
              <a:t> </a:t>
            </a:r>
            <a:r>
              <a:rPr lang="de-DE" dirty="0" err="1" smtClean="0"/>
              <a:t>Updater</a:t>
            </a:r>
            <a:r>
              <a:rPr lang="de-DE" dirty="0" smtClean="0"/>
              <a:t> empfängt und verarbeitet Events</a:t>
            </a:r>
          </a:p>
          <a:p>
            <a:r>
              <a:rPr lang="de-DE" dirty="0" smtClean="0"/>
              <a:t>N gekapselte car-Router verarbeiten </a:t>
            </a:r>
            <a:r>
              <a:rPr lang="de-DE" dirty="0" err="1" smtClean="0"/>
              <a:t>Routingrequests</a:t>
            </a:r>
            <a:r>
              <a:rPr lang="de-DE" dirty="0" smtClean="0"/>
              <a:t> und senden neue Route an Rust-</a:t>
            </a:r>
            <a:r>
              <a:rPr lang="de-DE" dirty="0" err="1" smtClean="0"/>
              <a:t>Qsim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8601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Aktuelle Architektur/Setup </a:t>
            </a:r>
          </a:p>
        </p:txBody>
      </p:sp>
      <p:pic>
        <p:nvPicPr>
          <p:cNvPr id="12" name="Inhaltsplatzhalt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40768"/>
            <a:ext cx="8352927" cy="5017662"/>
          </a:xfrm>
        </p:spPr>
      </p:pic>
    </p:spTree>
    <p:extLst>
      <p:ext uri="{BB962C8B-B14F-4D97-AF65-F5344CB8AC3E}">
        <p14:creationId xmlns:p14="http://schemas.microsoft.com/office/powerpoint/2010/main" val="2452686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Aktuelle Architektur/Setup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smtClean="0"/>
              <a:t>Probleme:</a:t>
            </a:r>
          </a:p>
          <a:p>
            <a:pPr>
              <a:buFontTx/>
              <a:buChar char="-"/>
            </a:pPr>
            <a:r>
              <a:rPr lang="de-DE" dirty="0" err="1" smtClean="0"/>
              <a:t>Dependency</a:t>
            </a:r>
            <a:r>
              <a:rPr lang="de-DE" dirty="0" smtClean="0"/>
              <a:t> </a:t>
            </a:r>
            <a:r>
              <a:rPr lang="de-DE" dirty="0" err="1" smtClean="0"/>
              <a:t>Injection</a:t>
            </a:r>
            <a:endParaRPr lang="de-DE" dirty="0" smtClean="0"/>
          </a:p>
          <a:p>
            <a:pPr>
              <a:buFontTx/>
              <a:buChar char="-"/>
            </a:pPr>
            <a:r>
              <a:rPr lang="de-DE" dirty="0"/>
              <a:t>Thread </a:t>
            </a:r>
            <a:r>
              <a:rPr lang="de-DE" dirty="0" err="1" smtClean="0"/>
              <a:t>safety</a:t>
            </a:r>
            <a:endParaRPr lang="de-DE" dirty="0" smtClean="0"/>
          </a:p>
          <a:p>
            <a:pPr>
              <a:buFontTx/>
              <a:buChar char="-"/>
            </a:pPr>
            <a:r>
              <a:rPr lang="de-DE" dirty="0" smtClean="0"/>
              <a:t>Korrekte Updates und Routen?</a:t>
            </a:r>
          </a:p>
          <a:p>
            <a:pPr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1354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6. Erste Ergebnisse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Arbeitsspeicherverbrauch hoch</a:t>
            </a:r>
          </a:p>
          <a:p>
            <a:r>
              <a:rPr lang="de-DE" dirty="0" smtClean="0"/>
              <a:t>Auf Heimcomputer langsamer als Parallel-Rust-</a:t>
            </a:r>
            <a:r>
              <a:rPr lang="de-DE" dirty="0" err="1" smtClean="0"/>
              <a:t>Qsim</a:t>
            </a:r>
            <a:r>
              <a:rPr lang="de-DE" dirty="0" smtClean="0"/>
              <a:t> </a:t>
            </a:r>
            <a:r>
              <a:rPr lang="de-DE" dirty="0" err="1" smtClean="0"/>
              <a:t>run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6637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7. Weiteres Vorgehen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smtClean="0"/>
              <a:t>Implementierung anderer Architekturen und </a:t>
            </a:r>
            <a:r>
              <a:rPr lang="de-DE" dirty="0" smtClean="0"/>
              <a:t>Optimierung + HPC-Cluster</a:t>
            </a:r>
            <a:endParaRPr lang="de-DE" dirty="0" smtClean="0"/>
          </a:p>
          <a:p>
            <a:r>
              <a:rPr lang="de-DE" dirty="0" smtClean="0"/>
              <a:t>Erweiterung des </a:t>
            </a:r>
            <a:r>
              <a:rPr lang="de-DE" dirty="0" err="1" smtClean="0"/>
              <a:t>Profilings</a:t>
            </a:r>
            <a:r>
              <a:rPr lang="de-DE" dirty="0" smtClean="0"/>
              <a:t> und </a:t>
            </a:r>
            <a:r>
              <a:rPr lang="de-DE" dirty="0" smtClean="0"/>
              <a:t>Benchmarks</a:t>
            </a:r>
          </a:p>
          <a:p>
            <a:r>
              <a:rPr lang="de-DE" dirty="0" smtClean="0"/>
              <a:t>Tests</a:t>
            </a:r>
            <a:endParaRPr lang="de-DE" dirty="0" smtClean="0"/>
          </a:p>
          <a:p>
            <a:r>
              <a:rPr lang="de-DE" dirty="0" smtClean="0"/>
              <a:t>Aufbereitung von Messdaten und grafische Darstellung</a:t>
            </a:r>
          </a:p>
          <a:p>
            <a:r>
              <a:rPr lang="de-DE" dirty="0" smtClean="0"/>
              <a:t>Unmittelbar nach der Zwischenpräsentation:</a:t>
            </a:r>
          </a:p>
          <a:p>
            <a:pPr lvl="1"/>
            <a:r>
              <a:rPr lang="de-DE" dirty="0" smtClean="0"/>
              <a:t>Umsetzung von Kritik</a:t>
            </a:r>
          </a:p>
          <a:p>
            <a:pPr lvl="1"/>
            <a:r>
              <a:rPr lang="de-DE" dirty="0" smtClean="0"/>
              <a:t>Fokus auf schriftlichen Teil</a:t>
            </a:r>
          </a:p>
        </p:txBody>
      </p:sp>
    </p:spTree>
    <p:extLst>
      <p:ext uri="{BB962C8B-B14F-4D97-AF65-F5344CB8AC3E}">
        <p14:creationId xmlns:p14="http://schemas.microsoft.com/office/powerpoint/2010/main" val="330655083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Bildschirmpräsentation (4:3)</PresentationFormat>
  <Paragraphs>85</Paragraphs>
  <Slides>15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6" baseType="lpstr">
      <vt:lpstr>Larissa</vt:lpstr>
      <vt:lpstr>Zwischenpräsentation Bachelorarbeit</vt:lpstr>
      <vt:lpstr>Gliederung</vt:lpstr>
      <vt:lpstr>1. Thema und Idee</vt:lpstr>
      <vt:lpstr>2. Forschungsfrage</vt:lpstr>
      <vt:lpstr>2. Forschungsfrage</vt:lpstr>
      <vt:lpstr>2. Forschungsfrage</vt:lpstr>
      <vt:lpstr>2. Forschungsfrage</vt:lpstr>
      <vt:lpstr>3. Abgrenzung</vt:lpstr>
      <vt:lpstr>3. Abgrenzung</vt:lpstr>
      <vt:lpstr>3. Abgrenzung</vt:lpstr>
      <vt:lpstr>4. Aktuelle Architektur/Setup </vt:lpstr>
      <vt:lpstr>4. Aktuelle Architektur/Setup </vt:lpstr>
      <vt:lpstr>4. Aktuelle Architektur/Setup </vt:lpstr>
      <vt:lpstr>6. Erste Ergebnisse</vt:lpstr>
      <vt:lpstr>7. Weiteres Vorgehen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Windows-Benutzer</dc:creator>
  <cp:lastModifiedBy>Windows-Benutzer</cp:lastModifiedBy>
  <cp:revision>36</cp:revision>
  <dcterms:created xsi:type="dcterms:W3CDTF">2026-01-06T16:16:57Z</dcterms:created>
  <dcterms:modified xsi:type="dcterms:W3CDTF">2026-01-06T20:53:02Z</dcterms:modified>
</cp:coreProperties>
</file>